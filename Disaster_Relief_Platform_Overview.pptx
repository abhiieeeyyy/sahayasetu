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0E2F5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9D8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7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BLUEPRINT   •   DISASTER RECOVERY TECHNOLOGY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Relief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Platform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disaster survivors to real, region-matched jobs — restoring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independence after the emergency phase ends.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513332" cy="457200"/>
          </a:xfrm>
          <a:prstGeom prst="roundRect">
            <a:avLst>
              <a:gd name="adj" fmla="val 16000"/>
            </a:avLst>
          </a:prstGeom>
          <a:solidFill>
            <a:srgbClr val="E873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434840"/>
            <a:ext cx="1513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82012" y="4434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F9D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82012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ADMIN (REGIONAL)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8052" y="4434840"/>
            <a:ext cx="1705356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8052" y="4434840"/>
            <a:ext cx="1705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23A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76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AT A GLANCE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Next.js + TypeScript      Mobile: React Native (Expo)      Backend: NestJS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 + Prisma      Auth: Auth0 / Keycloak      Infra: Docker + AWS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Abhi  •  Complete System Overview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relief covers food, shelter, and medical needs — but survivors are often left without income for months or years afterward. This platform closes that gap by matching disaster-affected individuals with real, region-available jobs, coordinated through local NGOs and overseen globally.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to income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gap between disaster and first paycheck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2331720"/>
            <a:ext cx="365760" cy="36576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relevance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matched by real, regional availability — not generic listings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E87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E87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oversight, local action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sees everything; NGO Admins act locally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0574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233172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8116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Dignity &amp; privacy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Survivors' data handled with the same care as their safety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Hierarchy &amp; Access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access, enforced server-side on every request — never trusted from the frontend.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48556" y="15544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FDEEE0"/>
          </a:solidFill>
          <a:ln w="19050">
            <a:solidFill>
              <a:srgbClr val="E873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48556" y="1664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39996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oversight • Manages NGO Admins • Cross-region analytics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4476" y="2423160"/>
            <a:ext cx="-3922776" cy="36576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2423160"/>
            <a:ext cx="-356616" cy="36576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2423160"/>
            <a:ext cx="3209544" cy="36576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889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4F7F4"/>
          </a:solidFill>
          <a:ln w="19050">
            <a:solidFill>
              <a:srgbClr val="0F9D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Admin — Region 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278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approves job requests locally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114800" y="27889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4F7F4"/>
          </a:solidFill>
          <a:ln w="19050">
            <a:solidFill>
              <a:srgbClr val="0F9D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Admin — Region B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2278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jobs from verified local listings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680960" y="27889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4F7F4"/>
          </a:solidFill>
          <a:ln w="19050">
            <a:solidFill>
              <a:srgbClr val="0F9D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Admin — Region 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2278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strictly to their own region's data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171700" y="3611880"/>
            <a:ext cx="0" cy="54864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7860" y="3611880"/>
            <a:ext cx="0" cy="54864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4020" y="3611880"/>
            <a:ext cx="0" cy="548640"/>
          </a:xfrm>
          <a:prstGeom prst="line">
            <a:avLst/>
          </a:prstGeom>
          <a:noFill/>
          <a:ln w="19050">
            <a:solidFill>
              <a:srgbClr val="B9C4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605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70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skills + job requests, track approval status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114800" y="41605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06240" y="4270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skills + job requests, track approval status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680960" y="41605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4270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skills + job requests, track approval status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NGO Admin query is scoped server-side to their own region_id — cross-region access is structurally impossible, not just policy.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NestJS API backs two clients — kept in sync via a monorepo of shared types and API contracts.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7440" y="15087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8F1FB"/>
          </a:solidFill>
          <a:ln w="1778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(Next.js + TS)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892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&amp; NGO Admin dashboards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6492240" y="15087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8F1FB"/>
          </a:solidFill>
          <a:ln w="17780">
            <a:solidFill>
              <a:srgbClr val="1565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Native/Expo)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92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 app + push notifications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023360" y="2194560"/>
            <a:ext cx="2071116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194560"/>
            <a:ext cx="-2043684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2756" y="26060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DCE4EE"/>
          </a:solidFill>
          <a:ln w="1778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2756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NestJS (REST/GraphQL)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62756" y="2990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• RBAC guards • rate limiting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094476" y="3291840"/>
            <a:ext cx="-3717036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7033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4F7F4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87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Regions, Jobs, Audit logs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94476" y="3291840"/>
            <a:ext cx="-790956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37033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4F7F4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rate-limit counters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094476" y="3291840"/>
            <a:ext cx="2180844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370332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E4F7F4"/>
          </a:solidFill>
          <a:ln w="17780">
            <a:solidFill>
              <a:srgbClr val="0F9D8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certificates, ID docs (signed URLs)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094476" y="4389120"/>
            <a:ext cx="0" cy="411480"/>
          </a:xfrm>
          <a:prstGeom prst="line">
            <a:avLst/>
          </a:prstGeom>
          <a:noFill/>
          <a:ln w="17780">
            <a:solidFill>
              <a:srgbClr val="B9C4D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762756" y="48006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DEEE0"/>
          </a:solidFill>
          <a:ln w="17780">
            <a:solidFill>
              <a:srgbClr val="E8730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62756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/ Keycloak — Identity Provider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762756" y="5184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• OAuth2 • Social login • Session audit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8F1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417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Web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· Tailwind CSS + shadcn/ui · Redux Toolkit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8F1FB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4630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1417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Mobile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659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+ TypeScript · Expo SecureStore · FCM push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4F7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3108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57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 · REST/GraphQL · class-validator / Zod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4F7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154680"/>
            <a:ext cx="365760" cy="36576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3108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657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 · Redis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DEEE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E873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25880" y="4800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Security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/ Keycloak · AWS S3 + KMS · TLS/HTTPS everywhere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DCE4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95160" y="4800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Ops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349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AWS ECS/Fargate · GitHub Actions · Sentry + CloudWatch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 (Relational)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strictly relational hierarchy — Region belongs to NGO; Users and Jobs belong to Region; Approval links User + Job + NGOAdmin. This is why PostgreSQL fits, not a document store.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3891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phone, skills[], region_id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Region; has many JobRequests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country, disaster_event, ngo_id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NGO; has many Users,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verified, contact_info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Regions, NGOAdmins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email, region_id,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Region; approves JobRequests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skills_needed,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User &amp; Region; has one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request_id, listing_id, admin_id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User + Job + NGOAdmin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registers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up via mobile app with region, skills, ID verification.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143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37160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request submitted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057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a request describing needed work and availability.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1430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371600"/>
            <a:ext cx="502920" cy="50292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Admin reviews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057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admin sees only their region's requests.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&amp; assign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976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a job listing; action logged to audit trail.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3832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3611880"/>
            <a:ext cx="502920" cy="502920"/>
          </a:xfrm>
          <a:prstGeom prst="ellipse">
            <a:avLst/>
          </a:prstGeom>
          <a:solidFill>
            <a:srgbClr val="E873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notified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2976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informs the user of the decision.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33832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611880"/>
            <a:ext cx="502920" cy="502920"/>
          </a:xfrm>
          <a:prstGeom prst="ellipse">
            <a:avLst/>
          </a:prstGeom>
          <a:solidFill>
            <a:srgbClr val="E873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3639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 oversight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976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 tracks approvals &amp; NGO performance.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Privacy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handles PII for a vulnerable population — security is a first-class requirement, not an add-on.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F9D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4F7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encryption (AWS KMS)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 enforced everywhere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by design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E8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RBAC on every call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Region-scoped queries — no cross-access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Super Admin &amp; sensitive actions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873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DEE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286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append-only audit log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consent before NGO data sharing</a:t>
            </a:r>
            <a:endParaRPr lang="en-US" sz="11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GDPR-style export &amp; right-to-delete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93192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assumes the worst case: a breach attempt, a misconfigured client, or a well-meaning but overreaching admin — and is designed to fail safely rather than fail open.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Build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1645920"/>
            <a:ext cx="0" cy="3886200"/>
          </a:xfrm>
          <a:prstGeom prst="line">
            <a:avLst/>
          </a:prstGeom>
          <a:noFill/>
          <a:ln w="25400">
            <a:solidFill>
              <a:srgbClr val="D8DE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" y="1444752"/>
            <a:ext cx="402336" cy="402336"/>
          </a:xfrm>
          <a:prstGeom prst="ellipse">
            <a:avLst/>
          </a:prstGeom>
          <a:solidFill>
            <a:srgbClr val="E873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3898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Prisma schema, Auth0/Keycloak, NestJS skeleton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33272" y="2221992"/>
            <a:ext cx="402336" cy="402336"/>
          </a:xfrm>
          <a:prstGeom prst="ellipse">
            <a:avLst/>
          </a:prstGeom>
          <a:solidFill>
            <a:srgbClr val="E873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130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Backend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167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User/Region/Job APIs, RBAC guards, audit logging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33272" y="2999232"/>
            <a:ext cx="402336" cy="402336"/>
          </a:xfrm>
          <a:prstGeom prst="ellipse">
            <a:avLst/>
          </a:prstGeom>
          <a:solidFill>
            <a:srgbClr val="0F9D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Dashboard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2944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dashboards, approval workflows, analytics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3272" y="3776472"/>
            <a:ext cx="402336" cy="402336"/>
          </a:xfrm>
          <a:prstGeom prst="ellipse">
            <a:avLst/>
          </a:prstGeom>
          <a:solidFill>
            <a:srgbClr val="0F9D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7–8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721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job request flow, push notifications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3272" y="4553712"/>
            <a:ext cx="402336" cy="402336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462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4773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449884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 checklist, field encryption, GDPR endpoints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33272" y="5330952"/>
            <a:ext cx="402336" cy="402336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272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5239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Monitor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645920" y="5550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52760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AWS, CI/CD pipeline, Sentry + CloudWatch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Employment Platform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23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Combination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23A6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93392"/>
            <a:ext cx="365760" cy="36576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role/region hierarchy is genuinely relational, not document-shaped.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23A63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1938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NestJS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RBAC system benefits from enforced structure as it grows.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23A63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867912"/>
            <a:ext cx="365760" cy="365760"/>
          </a:xfrm>
          <a:prstGeom prst="ellipse">
            <a:avLst/>
          </a:prstGeom>
          <a:solidFill>
            <a:srgbClr val="E87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Identity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auth is the highest-risk piece when handling vulnerable users'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2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867912"/>
            <a:ext cx="365760" cy="365760"/>
          </a:xfrm>
          <a:prstGeom prst="ellipse">
            <a:avLst/>
          </a:prstGeom>
          <a:solidFill>
            <a:srgbClr val="0F9D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clients must never drift on what a 'Job' or 'User' object looks like.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Abhi  •  Complete System Overview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2026-09-03T08:20:37Z</dcterms:created>
  <dcterms:modified xsi:type="dcterms:W3CDTF">2026-09-03T08:20:37Z</dcterms:modified>
</cp:coreProperties>
</file>